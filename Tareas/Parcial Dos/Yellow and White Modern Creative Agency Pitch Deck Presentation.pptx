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uce" charset="1" panose="00000500000000000000"/>
      <p:regular r:id="rId21"/>
    </p:embeddedFont>
    <p:embeddedFont>
      <p:font typeface="Open Sauce Bold" charset="1" panose="00000800000000000000"/>
      <p:regular r:id="rId22"/>
    </p:embeddedFont>
    <p:embeddedFont>
      <p:font typeface="Open Sans 1" charset="1" panose="00000000000000000000"/>
      <p:regular r:id="rId23"/>
    </p:embeddedFont>
    <p:embeddedFont>
      <p:font typeface="Horizon" charset="1" panose="02000500000000000000"/>
      <p:regular r:id="rId24"/>
    </p:embeddedFont>
    <p:embeddedFont>
      <p:font typeface="Open Sans 2" charset="1" panose="020B0606030504020204"/>
      <p:regular r:id="rId25"/>
    </p:embeddedFont>
    <p:embeddedFont>
      <p:font typeface="Monument Bold" charset="1" panose="000003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jpe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0.jpeg" Type="http://schemas.openxmlformats.org/officeDocument/2006/relationships/image"/><Relationship Id="rId5" Target="../media/image29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18U39LJE.mp4" Type="http://schemas.openxmlformats.org/officeDocument/2006/relationships/video"/><Relationship Id="rId11" Target="../media/VAG18U39LJE.mp4" Type="http://schemas.microsoft.com/office/2007/relationships/media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jpe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jpe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6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6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7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jpeg" Type="http://schemas.openxmlformats.org/officeDocument/2006/relationships/image"/><Relationship Id="rId3" Target="../media/image7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0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558158" y="1266309"/>
            <a:ext cx="8282569" cy="7706241"/>
          </a:xfrm>
          <a:custGeom>
            <a:avLst/>
            <a:gdLst/>
            <a:ahLst/>
            <a:cxnLst/>
            <a:rect r="r" b="b" t="t" l="l"/>
            <a:pathLst>
              <a:path h="7706241" w="8282569">
                <a:moveTo>
                  <a:pt x="8282569" y="0"/>
                </a:moveTo>
                <a:lnTo>
                  <a:pt x="0" y="0"/>
                </a:lnTo>
                <a:lnTo>
                  <a:pt x="0" y="7706241"/>
                </a:lnTo>
                <a:lnTo>
                  <a:pt x="8282569" y="7706241"/>
                </a:lnTo>
                <a:lnTo>
                  <a:pt x="82825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759341" y="7363295"/>
            <a:ext cx="8282569" cy="7706241"/>
          </a:xfrm>
          <a:custGeom>
            <a:avLst/>
            <a:gdLst/>
            <a:ahLst/>
            <a:cxnLst/>
            <a:rect r="r" b="b" t="t" l="l"/>
            <a:pathLst>
              <a:path h="7706241" w="8282569">
                <a:moveTo>
                  <a:pt x="8282569" y="0"/>
                </a:moveTo>
                <a:lnTo>
                  <a:pt x="0" y="0"/>
                </a:lnTo>
                <a:lnTo>
                  <a:pt x="0" y="7706241"/>
                </a:lnTo>
                <a:lnTo>
                  <a:pt x="8282569" y="7706241"/>
                </a:lnTo>
                <a:lnTo>
                  <a:pt x="828256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96782" y="8255209"/>
            <a:ext cx="8272704" cy="1003091"/>
            <a:chOff x="0" y="0"/>
            <a:chExt cx="1824325" cy="2212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4325" cy="221205"/>
            </a:xfrm>
            <a:custGeom>
              <a:avLst/>
              <a:gdLst/>
              <a:ahLst/>
              <a:cxnLst/>
              <a:rect r="r" b="b" t="t" l="l"/>
              <a:pathLst>
                <a:path h="221205" w="1824325">
                  <a:moveTo>
                    <a:pt x="0" y="0"/>
                  </a:moveTo>
                  <a:lnTo>
                    <a:pt x="1824325" y="0"/>
                  </a:lnTo>
                  <a:lnTo>
                    <a:pt x="1824325" y="221205"/>
                  </a:lnTo>
                  <a:lnTo>
                    <a:pt x="0" y="221205"/>
                  </a:lnTo>
                  <a:close/>
                </a:path>
              </a:pathLst>
            </a:custGeom>
            <a:solidFill>
              <a:srgbClr val="01C755"/>
            </a:solidFill>
            <a:ln w="3810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24325" cy="268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41910" y="6145906"/>
            <a:ext cx="1217390" cy="12173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445892" y="6549888"/>
            <a:ext cx="409426" cy="409426"/>
          </a:xfrm>
          <a:custGeom>
            <a:avLst/>
            <a:gdLst/>
            <a:ahLst/>
            <a:cxnLst/>
            <a:rect r="r" b="b" t="t" l="l"/>
            <a:pathLst>
              <a:path h="409426" w="409426">
                <a:moveTo>
                  <a:pt x="0" y="0"/>
                </a:moveTo>
                <a:lnTo>
                  <a:pt x="409426" y="0"/>
                </a:lnTo>
                <a:lnTo>
                  <a:pt x="409426" y="409426"/>
                </a:lnTo>
                <a:lnTo>
                  <a:pt x="0" y="409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82037" y="8467724"/>
            <a:ext cx="3551097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999" strike="noStrike" u="none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RESENTED BY 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73634" y="8448675"/>
            <a:ext cx="365131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IOS TEAM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78711" y="3089086"/>
            <a:ext cx="3663199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IOS DEVELOPEMENT LAB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908111"/>
            <a:ext cx="10351103" cy="239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b="true" sz="68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Changemakers Social Challenge CSC 2025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6782" y="5474024"/>
            <a:ext cx="4939348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FACULTAD DE INGENIERIA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82715" y="-98540"/>
            <a:ext cx="5894671" cy="5894671"/>
          </a:xfrm>
          <a:custGeom>
            <a:avLst/>
            <a:gdLst/>
            <a:ahLst/>
            <a:cxnLst/>
            <a:rect r="r" b="b" t="t" l="l"/>
            <a:pathLst>
              <a:path h="5894671" w="5894671">
                <a:moveTo>
                  <a:pt x="0" y="0"/>
                </a:moveTo>
                <a:lnTo>
                  <a:pt x="5894672" y="0"/>
                </a:lnTo>
                <a:lnTo>
                  <a:pt x="5894672" y="5894671"/>
                </a:lnTo>
                <a:lnTo>
                  <a:pt x="0" y="58946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108" y="5143500"/>
            <a:ext cx="4331749" cy="4369987"/>
          </a:xfrm>
          <a:custGeom>
            <a:avLst/>
            <a:gdLst/>
            <a:ahLst/>
            <a:cxnLst/>
            <a:rect r="r" b="b" t="t" l="l"/>
            <a:pathLst>
              <a:path h="4369987" w="4331749">
                <a:moveTo>
                  <a:pt x="0" y="0"/>
                </a:moveTo>
                <a:lnTo>
                  <a:pt x="4331749" y="0"/>
                </a:lnTo>
                <a:lnTo>
                  <a:pt x="4331749" y="4369987"/>
                </a:lnTo>
                <a:lnTo>
                  <a:pt x="0" y="43699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33493" y="5603973"/>
            <a:ext cx="10109492" cy="4410266"/>
          </a:xfrm>
          <a:custGeom>
            <a:avLst/>
            <a:gdLst/>
            <a:ahLst/>
            <a:cxnLst/>
            <a:rect r="r" b="b" t="t" l="l"/>
            <a:pathLst>
              <a:path h="4410266" w="10109492">
                <a:moveTo>
                  <a:pt x="0" y="0"/>
                </a:moveTo>
                <a:lnTo>
                  <a:pt x="10109492" y="0"/>
                </a:lnTo>
                <a:lnTo>
                  <a:pt x="10109492" y="4410266"/>
                </a:lnTo>
                <a:lnTo>
                  <a:pt x="0" y="4410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25505" y="6693291"/>
            <a:ext cx="2041003" cy="2463962"/>
            <a:chOff x="0" y="0"/>
            <a:chExt cx="5760720" cy="6954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7620" y="0"/>
              <a:ext cx="5773420" cy="6955790"/>
            </a:xfrm>
            <a:custGeom>
              <a:avLst/>
              <a:gdLst/>
              <a:ahLst/>
              <a:cxnLst/>
              <a:rect r="r" b="b" t="t" l="l"/>
              <a:pathLst>
                <a:path h="6955790" w="5773420">
                  <a:moveTo>
                    <a:pt x="3972560" y="210820"/>
                  </a:moveTo>
                  <a:cubicBezTo>
                    <a:pt x="3627120" y="71120"/>
                    <a:pt x="3262630" y="0"/>
                    <a:pt x="2887980" y="0"/>
                  </a:cubicBezTo>
                  <a:cubicBezTo>
                    <a:pt x="2513330" y="0"/>
                    <a:pt x="2148840" y="71120"/>
                    <a:pt x="1803400" y="210820"/>
                  </a:cubicBezTo>
                  <a:cubicBezTo>
                    <a:pt x="1446530" y="355600"/>
                    <a:pt x="1125220" y="568960"/>
                    <a:pt x="850900" y="843280"/>
                  </a:cubicBezTo>
                  <a:cubicBezTo>
                    <a:pt x="314960" y="1380490"/>
                    <a:pt x="15240" y="2094230"/>
                    <a:pt x="7620" y="2852420"/>
                  </a:cubicBezTo>
                  <a:cubicBezTo>
                    <a:pt x="0" y="3609340"/>
                    <a:pt x="284480" y="4328160"/>
                    <a:pt x="808990" y="4874260"/>
                  </a:cubicBezTo>
                  <a:lnTo>
                    <a:pt x="807720" y="4875530"/>
                  </a:lnTo>
                  <a:lnTo>
                    <a:pt x="2887980" y="6955790"/>
                  </a:lnTo>
                  <a:lnTo>
                    <a:pt x="4956810" y="4886960"/>
                  </a:lnTo>
                  <a:lnTo>
                    <a:pt x="4955540" y="4885690"/>
                  </a:lnTo>
                  <a:cubicBezTo>
                    <a:pt x="5485130" y="4339590"/>
                    <a:pt x="5773420" y="3620770"/>
                    <a:pt x="5768340" y="2860040"/>
                  </a:cubicBezTo>
                  <a:cubicBezTo>
                    <a:pt x="5763260" y="2098040"/>
                    <a:pt x="5463540" y="1383030"/>
                    <a:pt x="4925060" y="843280"/>
                  </a:cubicBezTo>
                  <a:cubicBezTo>
                    <a:pt x="4649470" y="568960"/>
                    <a:pt x="4329430" y="355600"/>
                    <a:pt x="3972560" y="210820"/>
                  </a:cubicBezTo>
                  <a:close/>
                </a:path>
              </a:pathLst>
            </a:custGeom>
            <a:solidFill>
              <a:srgbClr val="6303E8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7004" y="265068"/>
              <a:ext cx="5464172" cy="5215345"/>
            </a:xfrm>
            <a:custGeom>
              <a:avLst/>
              <a:gdLst/>
              <a:ahLst/>
              <a:cxnLst/>
              <a:rect r="r" b="b" t="t" l="l"/>
              <a:pathLst>
                <a:path h="5215345" w="5464172">
                  <a:moveTo>
                    <a:pt x="2732086" y="4172"/>
                  </a:moveTo>
                  <a:cubicBezTo>
                    <a:pt x="1799171" y="0"/>
                    <a:pt x="935332" y="495310"/>
                    <a:pt x="467666" y="1302549"/>
                  </a:cubicBezTo>
                  <a:cubicBezTo>
                    <a:pt x="0" y="2109789"/>
                    <a:pt x="0" y="3105555"/>
                    <a:pt x="467666" y="3912795"/>
                  </a:cubicBezTo>
                  <a:cubicBezTo>
                    <a:pt x="935332" y="4720034"/>
                    <a:pt x="1799171" y="5215344"/>
                    <a:pt x="2732086" y="5211172"/>
                  </a:cubicBezTo>
                  <a:cubicBezTo>
                    <a:pt x="3665001" y="5215344"/>
                    <a:pt x="4528840" y="4720034"/>
                    <a:pt x="4996506" y="3912795"/>
                  </a:cubicBezTo>
                  <a:cubicBezTo>
                    <a:pt x="5464172" y="3105555"/>
                    <a:pt x="5464172" y="2109789"/>
                    <a:pt x="4996506" y="1302549"/>
                  </a:cubicBezTo>
                  <a:cubicBezTo>
                    <a:pt x="4528840" y="495310"/>
                    <a:pt x="3665001" y="0"/>
                    <a:pt x="2732086" y="4172"/>
                  </a:cubicBezTo>
                  <a:close/>
                </a:path>
              </a:pathLst>
            </a:custGeom>
            <a:blipFill>
              <a:blip r:embed="rId7"/>
              <a:stretch>
                <a:fillRect l="-16369" t="0" r="-16369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3717710" y="6227522"/>
            <a:ext cx="3541590" cy="3395500"/>
          </a:xfrm>
          <a:custGeom>
            <a:avLst/>
            <a:gdLst/>
            <a:ahLst/>
            <a:cxnLst/>
            <a:rect r="r" b="b" t="t" l="l"/>
            <a:pathLst>
              <a:path h="3395500" w="3541590">
                <a:moveTo>
                  <a:pt x="0" y="0"/>
                </a:moveTo>
                <a:lnTo>
                  <a:pt x="3541590" y="0"/>
                </a:lnTo>
                <a:lnTo>
                  <a:pt x="3541590" y="3395500"/>
                </a:lnTo>
                <a:lnTo>
                  <a:pt x="0" y="3395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463475"/>
            <a:ext cx="341678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b="true" sz="3999" spc="-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BRANDING</a:t>
            </a:r>
          </a:p>
          <a:p>
            <a:pPr algn="l">
              <a:lnSpc>
                <a:spcPts val="3999"/>
              </a:lnSpc>
            </a:pPr>
            <a:r>
              <a:rPr lang="en-US" b="true" sz="3999" spc="-7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5505" y="1109217"/>
            <a:ext cx="10904259" cy="375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32"/>
              </a:lnSpc>
            </a:pPr>
            <a:r>
              <a:rPr lang="en-US" b="true" sz="14432" spc="-577">
                <a:solidFill>
                  <a:srgbClr val="3A81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 T </a:t>
            </a:r>
          </a:p>
          <a:p>
            <a:pPr algn="l">
              <a:lnSpc>
                <a:spcPts val="14432"/>
              </a:lnSpc>
            </a:pPr>
            <a:r>
              <a:rPr lang="en-US" b="true" sz="14432" spc="-577">
                <a:solidFill>
                  <a:srgbClr val="6303E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14432" spc="-577">
                <a:solidFill>
                  <a:srgbClr val="3A81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14432" spc="-577">
                <a:solidFill>
                  <a:srgbClr val="6303E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14432" spc="-577">
                <a:solidFill>
                  <a:srgbClr val="3A81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GINE...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677634" y="464535"/>
            <a:ext cx="2768925" cy="2758541"/>
          </a:xfrm>
          <a:custGeom>
            <a:avLst/>
            <a:gdLst/>
            <a:ahLst/>
            <a:cxnLst/>
            <a:rect r="r" b="b" t="t" l="l"/>
            <a:pathLst>
              <a:path h="2758541" w="2768925">
                <a:moveTo>
                  <a:pt x="0" y="0"/>
                </a:moveTo>
                <a:lnTo>
                  <a:pt x="2768925" y="0"/>
                </a:lnTo>
                <a:lnTo>
                  <a:pt x="2768925" y="2758541"/>
                </a:lnTo>
                <a:lnTo>
                  <a:pt x="0" y="27585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1E8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25416" y="-56075"/>
            <a:ext cx="4418942" cy="4418942"/>
          </a:xfrm>
          <a:custGeom>
            <a:avLst/>
            <a:gdLst/>
            <a:ahLst/>
            <a:cxnLst/>
            <a:rect r="r" b="b" t="t" l="l"/>
            <a:pathLst>
              <a:path h="4418942" w="4418942">
                <a:moveTo>
                  <a:pt x="0" y="0"/>
                </a:moveTo>
                <a:lnTo>
                  <a:pt x="4418942" y="0"/>
                </a:lnTo>
                <a:lnTo>
                  <a:pt x="4418942" y="4418942"/>
                </a:lnTo>
                <a:lnTo>
                  <a:pt x="0" y="4418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03527" y="-56075"/>
            <a:ext cx="4418942" cy="4418942"/>
          </a:xfrm>
          <a:custGeom>
            <a:avLst/>
            <a:gdLst/>
            <a:ahLst/>
            <a:cxnLst/>
            <a:rect r="r" b="b" t="t" l="l"/>
            <a:pathLst>
              <a:path h="4418942" w="4418942">
                <a:moveTo>
                  <a:pt x="0" y="0"/>
                </a:moveTo>
                <a:lnTo>
                  <a:pt x="4418942" y="0"/>
                </a:lnTo>
                <a:lnTo>
                  <a:pt x="4418942" y="4418942"/>
                </a:lnTo>
                <a:lnTo>
                  <a:pt x="0" y="44189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09599" y="2034275"/>
            <a:ext cx="7795390" cy="6218450"/>
            <a:chOff x="0" y="0"/>
            <a:chExt cx="1946794" cy="15529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46794" cy="1552974"/>
            </a:xfrm>
            <a:custGeom>
              <a:avLst/>
              <a:gdLst/>
              <a:ahLst/>
              <a:cxnLst/>
              <a:rect r="r" b="b" t="t" l="l"/>
              <a:pathLst>
                <a:path h="1552974" w="1946794">
                  <a:moveTo>
                    <a:pt x="0" y="0"/>
                  </a:moveTo>
                  <a:lnTo>
                    <a:pt x="1946794" y="0"/>
                  </a:lnTo>
                  <a:lnTo>
                    <a:pt x="1946794" y="1552974"/>
                  </a:lnTo>
                  <a:lnTo>
                    <a:pt x="0" y="1552974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46794" cy="16005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4327377" y="5254061"/>
            <a:ext cx="1855846" cy="720009"/>
            <a:chOff x="0" y="0"/>
            <a:chExt cx="812800" cy="3153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315340"/>
            </a:xfrm>
            <a:custGeom>
              <a:avLst/>
              <a:gdLst/>
              <a:ahLst/>
              <a:cxnLst/>
              <a:rect r="r" b="b" t="t" l="l"/>
              <a:pathLst>
                <a:path h="315340" w="812800">
                  <a:moveTo>
                    <a:pt x="406400" y="0"/>
                  </a:moveTo>
                  <a:lnTo>
                    <a:pt x="812800" y="315340"/>
                  </a:lnTo>
                  <a:lnTo>
                    <a:pt x="0" y="31534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7000" y="98783"/>
              <a:ext cx="558800" cy="19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894345" y="4334011"/>
            <a:ext cx="7364955" cy="5743191"/>
          </a:xfrm>
          <a:custGeom>
            <a:avLst/>
            <a:gdLst/>
            <a:ahLst/>
            <a:cxnLst/>
            <a:rect r="r" b="b" t="t" l="l"/>
            <a:pathLst>
              <a:path h="5743191" w="7364955">
                <a:moveTo>
                  <a:pt x="0" y="0"/>
                </a:moveTo>
                <a:lnTo>
                  <a:pt x="7364955" y="0"/>
                </a:lnTo>
                <a:lnTo>
                  <a:pt x="7364955" y="5743191"/>
                </a:lnTo>
                <a:lnTo>
                  <a:pt x="0" y="5743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201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53051">
            <a:off x="9681214" y="3593691"/>
            <a:ext cx="4145894" cy="4114800"/>
          </a:xfrm>
          <a:custGeom>
            <a:avLst/>
            <a:gdLst/>
            <a:ahLst/>
            <a:cxnLst/>
            <a:rect r="r" b="b" t="t" l="l"/>
            <a:pathLst>
              <a:path h="4114800" w="4145894">
                <a:moveTo>
                  <a:pt x="0" y="0"/>
                </a:moveTo>
                <a:lnTo>
                  <a:pt x="4145894" y="0"/>
                </a:lnTo>
                <a:lnTo>
                  <a:pt x="4145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88537" y="3203358"/>
            <a:ext cx="4529446" cy="907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4"/>
              </a:lnSpc>
            </a:pPr>
            <a:r>
              <a:rPr lang="en-US" b="true" sz="6854" spc="-274">
                <a:solidFill>
                  <a:srgbClr val="6303E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6697" y="4491045"/>
            <a:ext cx="6992356" cy="2527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114" indent="-392557" lvl="1">
              <a:lnSpc>
                <a:spcPts val="5091"/>
              </a:lnSpc>
              <a:buFont typeface="Arial"/>
              <a:buChar char="•"/>
            </a:pPr>
            <a:r>
              <a:rPr lang="en-US" sz="363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Logistical chaos</a:t>
            </a:r>
          </a:p>
          <a:p>
            <a:pPr algn="l" marL="785114" indent="-392557" lvl="1">
              <a:lnSpc>
                <a:spcPts val="5091"/>
              </a:lnSpc>
              <a:buFont typeface="Arial"/>
              <a:buChar char="•"/>
            </a:pPr>
            <a:r>
              <a:rPr lang="en-US" sz="363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Mobility issues</a:t>
            </a:r>
          </a:p>
          <a:p>
            <a:pPr algn="l" marL="785114" indent="-392557" lvl="1">
              <a:lnSpc>
                <a:spcPts val="5091"/>
              </a:lnSpc>
              <a:buFont typeface="Arial"/>
              <a:buChar char="•"/>
            </a:pPr>
            <a:r>
              <a:rPr lang="en-US" sz="363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 broken and fragmented experience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0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8447" y="0"/>
            <a:ext cx="9258300" cy="9258300"/>
          </a:xfrm>
          <a:custGeom>
            <a:avLst/>
            <a:gdLst/>
            <a:ahLst/>
            <a:cxnLst/>
            <a:rect r="r" b="b" t="t" l="l"/>
            <a:pathLst>
              <a:path h="9258300" w="9258300">
                <a:moveTo>
                  <a:pt x="0" y="0"/>
                </a:moveTo>
                <a:lnTo>
                  <a:pt x="9258300" y="0"/>
                </a:lnTo>
                <a:lnTo>
                  <a:pt x="92583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35521" y="1028700"/>
            <a:ext cx="11252479" cy="9258300"/>
            <a:chOff x="0" y="0"/>
            <a:chExt cx="1370020" cy="11272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0020" cy="1127223"/>
            </a:xfrm>
            <a:custGeom>
              <a:avLst/>
              <a:gdLst/>
              <a:ahLst/>
              <a:cxnLst/>
              <a:rect r="r" b="b" t="t" l="l"/>
              <a:pathLst>
                <a:path h="1127223" w="1370020">
                  <a:moveTo>
                    <a:pt x="0" y="0"/>
                  </a:moveTo>
                  <a:lnTo>
                    <a:pt x="1370020" y="0"/>
                  </a:lnTo>
                  <a:lnTo>
                    <a:pt x="1370020" y="1127223"/>
                  </a:lnTo>
                  <a:lnTo>
                    <a:pt x="0" y="1127223"/>
                  </a:lnTo>
                  <a:close/>
                </a:path>
              </a:pathLst>
            </a:custGeom>
            <a:blipFill>
              <a:blip r:embed="rId4"/>
              <a:stretch>
                <a:fillRect l="-21920" t="0" r="-1573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028700" y="1028700"/>
            <a:ext cx="10733690" cy="9986804"/>
          </a:xfrm>
          <a:custGeom>
            <a:avLst/>
            <a:gdLst/>
            <a:ahLst/>
            <a:cxnLst/>
            <a:rect r="r" b="b" t="t" l="l"/>
            <a:pathLst>
              <a:path h="9986804" w="10733690">
                <a:moveTo>
                  <a:pt x="10733690" y="0"/>
                </a:moveTo>
                <a:lnTo>
                  <a:pt x="0" y="0"/>
                </a:lnTo>
                <a:lnTo>
                  <a:pt x="0" y="9986804"/>
                </a:lnTo>
                <a:lnTo>
                  <a:pt x="10733690" y="9986804"/>
                </a:lnTo>
                <a:lnTo>
                  <a:pt x="1073369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81200" y="1813391"/>
            <a:ext cx="1217390" cy="12173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385182" y="2217373"/>
            <a:ext cx="409426" cy="409426"/>
          </a:xfrm>
          <a:custGeom>
            <a:avLst/>
            <a:gdLst/>
            <a:ahLst/>
            <a:cxnLst/>
            <a:rect r="r" b="b" t="t" l="l"/>
            <a:pathLst>
              <a:path h="409426" w="409426">
                <a:moveTo>
                  <a:pt x="0" y="0"/>
                </a:moveTo>
                <a:lnTo>
                  <a:pt x="409426" y="0"/>
                </a:lnTo>
                <a:lnTo>
                  <a:pt x="409426" y="409425"/>
                </a:lnTo>
                <a:lnTo>
                  <a:pt x="0" y="409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81200" y="3578222"/>
            <a:ext cx="8942739" cy="337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0"/>
              </a:lnSpc>
            </a:pPr>
            <a:r>
              <a:rPr lang="en-US" b="true" sz="13000" spc="-5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</a:t>
            </a:r>
          </a:p>
          <a:p>
            <a:pPr algn="l">
              <a:lnSpc>
                <a:spcPts val="13000"/>
              </a:lnSpc>
            </a:pPr>
            <a:r>
              <a:rPr lang="en-US" b="true" sz="13000" spc="-52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0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7153" y="1277687"/>
            <a:ext cx="11093694" cy="1997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55"/>
              </a:lnSpc>
            </a:pPr>
            <a:r>
              <a:rPr lang="en-US" sz="13855" spc="-554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ATENEA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94537" y="603785"/>
            <a:ext cx="3603441" cy="66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1"/>
              </a:lnSpc>
            </a:pPr>
            <a:r>
              <a:rPr lang="en-US" sz="390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844713" y="0"/>
            <a:ext cx="3443287" cy="3443287"/>
          </a:xfrm>
          <a:custGeom>
            <a:avLst/>
            <a:gdLst/>
            <a:ahLst/>
            <a:cxnLst/>
            <a:rect r="r" b="b" t="t" l="l"/>
            <a:pathLst>
              <a:path h="3443287" w="3443287">
                <a:moveTo>
                  <a:pt x="0" y="0"/>
                </a:moveTo>
                <a:lnTo>
                  <a:pt x="3443287" y="0"/>
                </a:lnTo>
                <a:lnTo>
                  <a:pt x="3443287" y="3443287"/>
                </a:lnTo>
                <a:lnTo>
                  <a:pt x="0" y="344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843713"/>
            <a:ext cx="3443287" cy="3443287"/>
          </a:xfrm>
          <a:custGeom>
            <a:avLst/>
            <a:gdLst/>
            <a:ahLst/>
            <a:cxnLst/>
            <a:rect r="r" b="b" t="t" l="l"/>
            <a:pathLst>
              <a:path h="3443287" w="3443287">
                <a:moveTo>
                  <a:pt x="0" y="0"/>
                </a:moveTo>
                <a:lnTo>
                  <a:pt x="3443287" y="0"/>
                </a:lnTo>
                <a:lnTo>
                  <a:pt x="3443287" y="3443287"/>
                </a:lnTo>
                <a:lnTo>
                  <a:pt x="0" y="344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44713" y="6843713"/>
            <a:ext cx="3443287" cy="3443287"/>
          </a:xfrm>
          <a:custGeom>
            <a:avLst/>
            <a:gdLst/>
            <a:ahLst/>
            <a:cxnLst/>
            <a:rect r="r" b="b" t="t" l="l"/>
            <a:pathLst>
              <a:path h="3443287" w="3443287">
                <a:moveTo>
                  <a:pt x="0" y="0"/>
                </a:moveTo>
                <a:lnTo>
                  <a:pt x="3443287" y="0"/>
                </a:lnTo>
                <a:lnTo>
                  <a:pt x="3443287" y="3443287"/>
                </a:lnTo>
                <a:lnTo>
                  <a:pt x="0" y="344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3443287" cy="3443287"/>
          </a:xfrm>
          <a:custGeom>
            <a:avLst/>
            <a:gdLst/>
            <a:ahLst/>
            <a:cxnLst/>
            <a:rect r="r" b="b" t="t" l="l"/>
            <a:pathLst>
              <a:path h="3443287" w="3443287">
                <a:moveTo>
                  <a:pt x="0" y="0"/>
                </a:moveTo>
                <a:lnTo>
                  <a:pt x="3443287" y="0"/>
                </a:lnTo>
                <a:lnTo>
                  <a:pt x="3443287" y="3443287"/>
                </a:lnTo>
                <a:lnTo>
                  <a:pt x="0" y="344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966015" y="3836315"/>
            <a:ext cx="4518788" cy="8941199"/>
            <a:chOff x="0" y="0"/>
            <a:chExt cx="2620010" cy="5184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635388" y="5811968"/>
            <a:ext cx="3180041" cy="318004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E7E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635388" y="5811968"/>
            <a:ext cx="3088488" cy="2977891"/>
          </a:xfrm>
          <a:custGeom>
            <a:avLst/>
            <a:gdLst/>
            <a:ahLst/>
            <a:cxnLst/>
            <a:rect r="r" b="b" t="t" l="l"/>
            <a:pathLst>
              <a:path h="2977891" w="3088488">
                <a:moveTo>
                  <a:pt x="0" y="0"/>
                </a:moveTo>
                <a:lnTo>
                  <a:pt x="3088489" y="0"/>
                </a:lnTo>
                <a:lnTo>
                  <a:pt x="3088489" y="2977891"/>
                </a:lnTo>
                <a:lnTo>
                  <a:pt x="0" y="2977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249" t="-21686" r="-24190" b="-30191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C7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44713" y="0"/>
            <a:ext cx="3443287" cy="3443287"/>
          </a:xfrm>
          <a:custGeom>
            <a:avLst/>
            <a:gdLst/>
            <a:ahLst/>
            <a:cxnLst/>
            <a:rect r="r" b="b" t="t" l="l"/>
            <a:pathLst>
              <a:path h="3443287" w="3443287">
                <a:moveTo>
                  <a:pt x="0" y="0"/>
                </a:moveTo>
                <a:lnTo>
                  <a:pt x="3443287" y="0"/>
                </a:lnTo>
                <a:lnTo>
                  <a:pt x="3443287" y="3443287"/>
                </a:lnTo>
                <a:lnTo>
                  <a:pt x="0" y="344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44713" y="6843713"/>
            <a:ext cx="3443287" cy="3443287"/>
          </a:xfrm>
          <a:custGeom>
            <a:avLst/>
            <a:gdLst/>
            <a:ahLst/>
            <a:cxnLst/>
            <a:rect r="r" b="b" t="t" l="l"/>
            <a:pathLst>
              <a:path h="3443287" w="3443287">
                <a:moveTo>
                  <a:pt x="0" y="0"/>
                </a:moveTo>
                <a:lnTo>
                  <a:pt x="3443287" y="0"/>
                </a:lnTo>
                <a:lnTo>
                  <a:pt x="3443287" y="3443287"/>
                </a:lnTo>
                <a:lnTo>
                  <a:pt x="0" y="344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3443287" cy="3443287"/>
          </a:xfrm>
          <a:custGeom>
            <a:avLst/>
            <a:gdLst/>
            <a:ahLst/>
            <a:cxnLst/>
            <a:rect r="r" b="b" t="t" l="l"/>
            <a:pathLst>
              <a:path h="3443287" w="3443287">
                <a:moveTo>
                  <a:pt x="0" y="0"/>
                </a:moveTo>
                <a:lnTo>
                  <a:pt x="3443287" y="0"/>
                </a:lnTo>
                <a:lnTo>
                  <a:pt x="3443287" y="3443287"/>
                </a:lnTo>
                <a:lnTo>
                  <a:pt x="0" y="344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721643" y="2699366"/>
            <a:ext cx="5037487" cy="9967534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52" r="0" b="-952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686182" y="4590843"/>
            <a:ext cx="1760349" cy="176034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E7E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5771346" y="4590843"/>
            <a:ext cx="1590020" cy="1533083"/>
          </a:xfrm>
          <a:custGeom>
            <a:avLst/>
            <a:gdLst/>
            <a:ahLst/>
            <a:cxnLst/>
            <a:rect r="r" b="b" t="t" l="l"/>
            <a:pathLst>
              <a:path h="1533083" w="1590020">
                <a:moveTo>
                  <a:pt x="0" y="0"/>
                </a:moveTo>
                <a:lnTo>
                  <a:pt x="1590021" y="0"/>
                </a:lnTo>
                <a:lnTo>
                  <a:pt x="1590021" y="1533083"/>
                </a:lnTo>
                <a:lnTo>
                  <a:pt x="0" y="1533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249" t="-21686" r="-24190" b="-30191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59124" y="6555833"/>
            <a:ext cx="3697523" cy="4019046"/>
          </a:xfrm>
          <a:custGeom>
            <a:avLst/>
            <a:gdLst/>
            <a:ahLst/>
            <a:cxnLst/>
            <a:rect r="r" b="b" t="t" l="l"/>
            <a:pathLst>
              <a:path h="4019046" w="3697523">
                <a:moveTo>
                  <a:pt x="0" y="0"/>
                </a:moveTo>
                <a:lnTo>
                  <a:pt x="3697523" y="0"/>
                </a:lnTo>
                <a:lnTo>
                  <a:pt x="3697523" y="4019047"/>
                </a:lnTo>
                <a:lnTo>
                  <a:pt x="0" y="4019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755330" y="694342"/>
            <a:ext cx="8777340" cy="158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62"/>
              </a:lnSpc>
            </a:pPr>
            <a:r>
              <a:rPr lang="en-US" sz="10962" spc="-43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ATENEA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02652" y="4078683"/>
            <a:ext cx="7190926" cy="227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5"/>
              </a:lnSpc>
              <a:spcBef>
                <a:spcPct val="0"/>
              </a:spcBef>
            </a:pPr>
            <a:r>
              <a:rPr lang="en-US" sz="611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The ultimate companion for the 2026 World Cup.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589785" y="-303517"/>
            <a:ext cx="5064733" cy="5064733"/>
          </a:xfrm>
          <a:custGeom>
            <a:avLst/>
            <a:gdLst/>
            <a:ahLst/>
            <a:cxnLst/>
            <a:rect r="r" b="b" t="t" l="l"/>
            <a:pathLst>
              <a:path h="5064733" w="5064733">
                <a:moveTo>
                  <a:pt x="0" y="0"/>
                </a:moveTo>
                <a:lnTo>
                  <a:pt x="5064734" y="0"/>
                </a:lnTo>
                <a:lnTo>
                  <a:pt x="5064734" y="5064734"/>
                </a:lnTo>
                <a:lnTo>
                  <a:pt x="0" y="5064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4813051" y="-303517"/>
            <a:ext cx="5064733" cy="5064733"/>
          </a:xfrm>
          <a:custGeom>
            <a:avLst/>
            <a:gdLst/>
            <a:ahLst/>
            <a:cxnLst/>
            <a:rect r="r" b="b" t="t" l="l"/>
            <a:pathLst>
              <a:path h="5064733" w="5064733">
                <a:moveTo>
                  <a:pt x="0" y="0"/>
                </a:moveTo>
                <a:lnTo>
                  <a:pt x="5064734" y="0"/>
                </a:lnTo>
                <a:lnTo>
                  <a:pt x="5064734" y="5064734"/>
                </a:lnTo>
                <a:lnTo>
                  <a:pt x="0" y="50647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959730" y="5425038"/>
            <a:ext cx="3915660" cy="3799925"/>
            <a:chOff x="0" y="0"/>
            <a:chExt cx="1377910" cy="13371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7910" cy="1337183"/>
            </a:xfrm>
            <a:custGeom>
              <a:avLst/>
              <a:gdLst/>
              <a:ahLst/>
              <a:cxnLst/>
              <a:rect r="r" b="b" t="t" l="l"/>
              <a:pathLst>
                <a:path h="1337183" w="1377910">
                  <a:moveTo>
                    <a:pt x="0" y="0"/>
                  </a:moveTo>
                  <a:lnTo>
                    <a:pt x="1377910" y="0"/>
                  </a:lnTo>
                  <a:lnTo>
                    <a:pt x="1377910" y="1337183"/>
                  </a:lnTo>
                  <a:lnTo>
                    <a:pt x="0" y="133718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77910" cy="1384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8464" y="5425038"/>
            <a:ext cx="3915660" cy="3799925"/>
            <a:chOff x="0" y="0"/>
            <a:chExt cx="1377910" cy="13371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7910" cy="1337183"/>
            </a:xfrm>
            <a:custGeom>
              <a:avLst/>
              <a:gdLst/>
              <a:ahLst/>
              <a:cxnLst/>
              <a:rect r="r" b="b" t="t" l="l"/>
              <a:pathLst>
                <a:path h="1337183" w="1377910">
                  <a:moveTo>
                    <a:pt x="0" y="0"/>
                  </a:moveTo>
                  <a:lnTo>
                    <a:pt x="1377910" y="0"/>
                  </a:lnTo>
                  <a:lnTo>
                    <a:pt x="1377910" y="1337183"/>
                  </a:lnTo>
                  <a:lnTo>
                    <a:pt x="0" y="133718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77910" cy="1384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66302" y="5849640"/>
            <a:ext cx="950815" cy="9508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1E804"/>
            </a:solidFill>
            <a:ln w="28575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44461" y="5425038"/>
            <a:ext cx="3915660" cy="3799925"/>
            <a:chOff x="0" y="0"/>
            <a:chExt cx="1377910" cy="13371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7910" cy="1337183"/>
            </a:xfrm>
            <a:custGeom>
              <a:avLst/>
              <a:gdLst/>
              <a:ahLst/>
              <a:cxnLst/>
              <a:rect r="r" b="b" t="t" l="l"/>
              <a:pathLst>
                <a:path h="1337183" w="1377910">
                  <a:moveTo>
                    <a:pt x="0" y="0"/>
                  </a:moveTo>
                  <a:lnTo>
                    <a:pt x="1377910" y="0"/>
                  </a:lnTo>
                  <a:lnTo>
                    <a:pt x="1377910" y="1337183"/>
                  </a:lnTo>
                  <a:lnTo>
                    <a:pt x="0" y="133718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77910" cy="1384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379927" y="5849640"/>
            <a:ext cx="950815" cy="95081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1E804"/>
            </a:solidFill>
            <a:ln w="28575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497509" y="5849640"/>
            <a:ext cx="950815" cy="95081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1E804"/>
            </a:solidFill>
            <a:ln w="28575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5241367" y="6180920"/>
            <a:ext cx="239350" cy="0"/>
          </a:xfrm>
          <a:prstGeom prst="line">
            <a:avLst/>
          </a:prstGeom>
          <a:ln cap="flat" w="19050">
            <a:solidFill>
              <a:srgbClr val="2021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357419" y="5157788"/>
            <a:ext cx="319799" cy="0"/>
          </a:xfrm>
          <a:prstGeom prst="line">
            <a:avLst/>
          </a:prstGeom>
          <a:ln cap="flat" w="28575">
            <a:solidFill>
              <a:srgbClr val="2021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387464" y="6180920"/>
            <a:ext cx="239350" cy="0"/>
          </a:xfrm>
          <a:prstGeom prst="line">
            <a:avLst/>
          </a:prstGeom>
          <a:ln cap="flat" w="19050">
            <a:solidFill>
              <a:srgbClr val="20212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3227815" y="5425038"/>
            <a:ext cx="3915660" cy="3799925"/>
            <a:chOff x="0" y="0"/>
            <a:chExt cx="1377910" cy="13371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7910" cy="1337183"/>
            </a:xfrm>
            <a:custGeom>
              <a:avLst/>
              <a:gdLst/>
              <a:ahLst/>
              <a:cxnLst/>
              <a:rect r="r" b="b" t="t" l="l"/>
              <a:pathLst>
                <a:path h="1337183" w="1377910">
                  <a:moveTo>
                    <a:pt x="0" y="0"/>
                  </a:moveTo>
                  <a:lnTo>
                    <a:pt x="1377910" y="0"/>
                  </a:lnTo>
                  <a:lnTo>
                    <a:pt x="1377910" y="1337183"/>
                  </a:lnTo>
                  <a:lnTo>
                    <a:pt x="0" y="1337183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377910" cy="13848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765594" y="5849640"/>
            <a:ext cx="950815" cy="950815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1E804"/>
            </a:solidFill>
            <a:ln w="28575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3655549" y="6180920"/>
            <a:ext cx="239350" cy="0"/>
          </a:xfrm>
          <a:prstGeom prst="line">
            <a:avLst/>
          </a:prstGeom>
          <a:ln cap="flat" w="19050">
            <a:solidFill>
              <a:srgbClr val="20212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3543229" y="6060407"/>
            <a:ext cx="396961" cy="529281"/>
          </a:xfrm>
          <a:custGeom>
            <a:avLst/>
            <a:gdLst/>
            <a:ahLst/>
            <a:cxnLst/>
            <a:rect r="r" b="b" t="t" l="l"/>
            <a:pathLst>
              <a:path h="529281" w="396961">
                <a:moveTo>
                  <a:pt x="0" y="0"/>
                </a:moveTo>
                <a:lnTo>
                  <a:pt x="396961" y="0"/>
                </a:lnTo>
                <a:lnTo>
                  <a:pt x="396961" y="529281"/>
                </a:lnTo>
                <a:lnTo>
                  <a:pt x="0" y="5292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589525" y="6019441"/>
            <a:ext cx="535575" cy="611212"/>
          </a:xfrm>
          <a:custGeom>
            <a:avLst/>
            <a:gdLst/>
            <a:ahLst/>
            <a:cxnLst/>
            <a:rect r="r" b="b" t="t" l="l"/>
            <a:pathLst>
              <a:path h="611212" w="535575">
                <a:moveTo>
                  <a:pt x="0" y="0"/>
                </a:moveTo>
                <a:lnTo>
                  <a:pt x="535575" y="0"/>
                </a:lnTo>
                <a:lnTo>
                  <a:pt x="535575" y="611213"/>
                </a:lnTo>
                <a:lnTo>
                  <a:pt x="0" y="6112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698841" y="6039924"/>
            <a:ext cx="548149" cy="570246"/>
          </a:xfrm>
          <a:custGeom>
            <a:avLst/>
            <a:gdLst/>
            <a:ahLst/>
            <a:cxnLst/>
            <a:rect r="r" b="b" t="t" l="l"/>
            <a:pathLst>
              <a:path h="570246" w="548149">
                <a:moveTo>
                  <a:pt x="0" y="0"/>
                </a:moveTo>
                <a:lnTo>
                  <a:pt x="548150" y="0"/>
                </a:lnTo>
                <a:lnTo>
                  <a:pt x="548150" y="570247"/>
                </a:lnTo>
                <a:lnTo>
                  <a:pt x="0" y="5702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989054" y="6039924"/>
            <a:ext cx="503895" cy="515134"/>
          </a:xfrm>
          <a:custGeom>
            <a:avLst/>
            <a:gdLst/>
            <a:ahLst/>
            <a:cxnLst/>
            <a:rect r="r" b="b" t="t" l="l"/>
            <a:pathLst>
              <a:path h="515134" w="503895">
                <a:moveTo>
                  <a:pt x="0" y="0"/>
                </a:moveTo>
                <a:lnTo>
                  <a:pt x="503895" y="0"/>
                </a:lnTo>
                <a:lnTo>
                  <a:pt x="503895" y="515134"/>
                </a:lnTo>
                <a:lnTo>
                  <a:pt x="0" y="5151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2389650" y="1527801"/>
            <a:ext cx="13508700" cy="2773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10200" spc="-408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WE ARE DIFFERENT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1300" y="7372625"/>
            <a:ext cx="2689987" cy="109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b="true" sz="2844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INTERACTIVE</a:t>
            </a:r>
            <a:r>
              <a:rPr lang="en-US" b="true" sz="2844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MAP SCREENSHOT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97200" y="7550848"/>
            <a:ext cx="3362921" cy="73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b="true" sz="2844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CHAT</a:t>
            </a:r>
            <a:r>
              <a:rPr lang="en-US" b="true" sz="2844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WITH AI SCREENSHOT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12596" y="7550848"/>
            <a:ext cx="2959971" cy="73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b="true" sz="2844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PANINI ALBUM AR IMAGE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9200" y="5887734"/>
            <a:ext cx="715883" cy="19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b="true" sz="1496" spc="-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41367" y="5887734"/>
            <a:ext cx="715883" cy="19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b="true" sz="1496" spc="-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58949" y="5887734"/>
            <a:ext cx="715883" cy="19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b="true" sz="1496" spc="-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894900" y="7550848"/>
            <a:ext cx="2959971" cy="73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b="true" sz="2844" spc="-56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SOCIAL NETWORK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627034" y="5887734"/>
            <a:ext cx="715883" cy="19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b="true" sz="1496" spc="-5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610088" cy="5610088"/>
          </a:xfrm>
          <a:custGeom>
            <a:avLst/>
            <a:gdLst/>
            <a:ahLst/>
            <a:cxnLst/>
            <a:rect r="r" b="b" t="t" l="l"/>
            <a:pathLst>
              <a:path h="5610088" w="5610088">
                <a:moveTo>
                  <a:pt x="0" y="0"/>
                </a:moveTo>
                <a:lnTo>
                  <a:pt x="5610088" y="0"/>
                </a:lnTo>
                <a:lnTo>
                  <a:pt x="5610088" y="5610088"/>
                </a:lnTo>
                <a:lnTo>
                  <a:pt x="0" y="5610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96318" y="1924004"/>
            <a:ext cx="8229500" cy="6984788"/>
          </a:xfrm>
          <a:custGeom>
            <a:avLst/>
            <a:gdLst/>
            <a:ahLst/>
            <a:cxnLst/>
            <a:rect r="r" b="b" t="t" l="l"/>
            <a:pathLst>
              <a:path h="6984788" w="8229500">
                <a:moveTo>
                  <a:pt x="0" y="0"/>
                </a:moveTo>
                <a:lnTo>
                  <a:pt x="8229500" y="0"/>
                </a:lnTo>
                <a:lnTo>
                  <a:pt x="8229500" y="6984788"/>
                </a:lnTo>
                <a:lnTo>
                  <a:pt x="0" y="698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319952" y="832598"/>
            <a:ext cx="5083923" cy="10059415"/>
            <a:chOff x="0" y="0"/>
            <a:chExt cx="2620010" cy="51841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952" r="0" b="-952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758253" y="2216995"/>
            <a:ext cx="4942703" cy="4114800"/>
          </a:xfrm>
          <a:custGeom>
            <a:avLst/>
            <a:gdLst/>
            <a:ahLst/>
            <a:cxnLst/>
            <a:rect r="r" b="b" t="t" l="l"/>
            <a:pathLst>
              <a:path h="4114800" w="4942703">
                <a:moveTo>
                  <a:pt x="0" y="0"/>
                </a:moveTo>
                <a:lnTo>
                  <a:pt x="4942703" y="0"/>
                </a:lnTo>
                <a:lnTo>
                  <a:pt x="49427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73753" y="6882112"/>
            <a:ext cx="4860245" cy="4270265"/>
          </a:xfrm>
          <a:custGeom>
            <a:avLst/>
            <a:gdLst/>
            <a:ahLst/>
            <a:cxnLst/>
            <a:rect r="r" b="b" t="t" l="l"/>
            <a:pathLst>
              <a:path h="4270265" w="4860245">
                <a:moveTo>
                  <a:pt x="0" y="0"/>
                </a:moveTo>
                <a:lnTo>
                  <a:pt x="4860245" y="0"/>
                </a:lnTo>
                <a:lnTo>
                  <a:pt x="4860245" y="4270264"/>
                </a:lnTo>
                <a:lnTo>
                  <a:pt x="0" y="42702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8439" r="-4062" b="0"/>
            </a:stretch>
          </a:blipFill>
        </p:spPr>
      </p: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9"/>
          <a:srcRect l="14673" t="29426" r="12691" b="12084"/>
          <a:stretch>
            <a:fillRect/>
          </a:stretch>
        </p:blipFill>
        <p:spPr>
          <a:xfrm flipH="false" flipV="false" rot="0">
            <a:off x="13414106" y="7381548"/>
            <a:ext cx="2183430" cy="240287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28464" y="6920212"/>
            <a:ext cx="8291252" cy="63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4439" spc="-177">
                <a:solidFill>
                  <a:srgbClr val="B1E804"/>
                </a:solidFill>
                <a:latin typeface="Horizon"/>
                <a:ea typeface="Horizon"/>
                <a:cs typeface="Horizon"/>
                <a:sym typeface="Horizon"/>
              </a:rPr>
              <a:t>INTERACTIVE </a:t>
            </a:r>
            <a:r>
              <a:rPr lang="en-US" sz="4439" spc="-177">
                <a:solidFill>
                  <a:srgbClr val="6303E8"/>
                </a:solidFill>
                <a:latin typeface="Horizon"/>
                <a:ea typeface="Horizon"/>
                <a:cs typeface="Horizon"/>
                <a:sym typeface="Horizon"/>
              </a:rPr>
              <a:t>MAP</a:t>
            </a:r>
            <a:r>
              <a:rPr lang="en-US" sz="4439" spc="-177">
                <a:solidFill>
                  <a:srgbClr val="3A813D"/>
                </a:solidFill>
                <a:latin typeface="Horizon"/>
                <a:ea typeface="Horizon"/>
                <a:cs typeface="Horizon"/>
                <a:sym typeface="Horizon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8464" y="7664827"/>
            <a:ext cx="8180693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Our int</a:t>
            </a:r>
            <a:r>
              <a:rPr lang="en-US" sz="2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eractive map shows the 16 venues and provides real-time routes, with navigation on your lock screen. Getting to the match has never been easier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0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283496" cy="4283496"/>
          </a:xfrm>
          <a:custGeom>
            <a:avLst/>
            <a:gdLst/>
            <a:ahLst/>
            <a:cxnLst/>
            <a:rect r="r" b="b" t="t" l="l"/>
            <a:pathLst>
              <a:path h="4283496" w="4283496">
                <a:moveTo>
                  <a:pt x="0" y="0"/>
                </a:moveTo>
                <a:lnTo>
                  <a:pt x="4283496" y="0"/>
                </a:lnTo>
                <a:lnTo>
                  <a:pt x="4283496" y="4283496"/>
                </a:lnTo>
                <a:lnTo>
                  <a:pt x="0" y="4283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956260" y="619945"/>
            <a:ext cx="5534556" cy="10951070"/>
            <a:chOff x="0" y="0"/>
            <a:chExt cx="2620010" cy="51841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52" r="0" b="-95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813831" y="619945"/>
            <a:ext cx="3593252" cy="3539353"/>
          </a:xfrm>
          <a:custGeom>
            <a:avLst/>
            <a:gdLst/>
            <a:ahLst/>
            <a:cxnLst/>
            <a:rect r="r" b="b" t="t" l="l"/>
            <a:pathLst>
              <a:path h="3539353" w="3593252">
                <a:moveTo>
                  <a:pt x="0" y="0"/>
                </a:moveTo>
                <a:lnTo>
                  <a:pt x="3593252" y="0"/>
                </a:lnTo>
                <a:lnTo>
                  <a:pt x="3593252" y="3539353"/>
                </a:lnTo>
                <a:lnTo>
                  <a:pt x="0" y="3539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732327" y="0"/>
            <a:ext cx="4166886" cy="4114800"/>
          </a:xfrm>
          <a:custGeom>
            <a:avLst/>
            <a:gdLst/>
            <a:ahLst/>
            <a:cxnLst/>
            <a:rect r="r" b="b" t="t" l="l"/>
            <a:pathLst>
              <a:path h="4114800" w="4166886">
                <a:moveTo>
                  <a:pt x="0" y="0"/>
                </a:moveTo>
                <a:lnTo>
                  <a:pt x="4166886" y="0"/>
                </a:lnTo>
                <a:lnTo>
                  <a:pt x="41668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54865" y="5041365"/>
            <a:ext cx="7704435" cy="21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001"/>
              </a:lnSpc>
            </a:pPr>
            <a:r>
              <a:rPr lang="en-US" sz="8001" spc="-32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DISCOVER </a:t>
            </a:r>
          </a:p>
          <a:p>
            <a:pPr algn="just">
              <a:lnSpc>
                <a:spcPts val="8001"/>
              </a:lnSpc>
            </a:pPr>
            <a:r>
              <a:rPr lang="en-US" sz="8001" spc="-32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WITH </a:t>
            </a:r>
            <a:r>
              <a:rPr lang="en-US" sz="8001" spc="-320">
                <a:solidFill>
                  <a:srgbClr val="B1E804"/>
                </a:solidFill>
                <a:latin typeface="Horizon"/>
                <a:ea typeface="Horizon"/>
                <a:cs typeface="Horizon"/>
                <a:sym typeface="Horizon"/>
              </a:rPr>
              <a:t>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54865" y="7680122"/>
            <a:ext cx="7186503" cy="173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4"/>
              </a:lnSpc>
            </a:pPr>
            <a:r>
              <a:rPr lang="en-US" sz="248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AI recommendation engine becomes your local expert. Just ask ATENEA, 'Find the best tacos near Estadio Azteca,' and get instant, personalized answers.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8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8447" y="-126415"/>
            <a:ext cx="9258300" cy="9258300"/>
          </a:xfrm>
          <a:custGeom>
            <a:avLst/>
            <a:gdLst/>
            <a:ahLst/>
            <a:cxnLst/>
            <a:rect r="r" b="b" t="t" l="l"/>
            <a:pathLst>
              <a:path h="9258300" w="9258300">
                <a:moveTo>
                  <a:pt x="0" y="0"/>
                </a:moveTo>
                <a:lnTo>
                  <a:pt x="9258300" y="0"/>
                </a:lnTo>
                <a:lnTo>
                  <a:pt x="92583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39853" y="0"/>
            <a:ext cx="12614361" cy="10552831"/>
            <a:chOff x="0" y="0"/>
            <a:chExt cx="1370020" cy="11461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0020" cy="1146122"/>
            </a:xfrm>
            <a:custGeom>
              <a:avLst/>
              <a:gdLst/>
              <a:ahLst/>
              <a:cxnLst/>
              <a:rect r="r" b="b" t="t" l="l"/>
              <a:pathLst>
                <a:path h="1146122" w="1370020">
                  <a:moveTo>
                    <a:pt x="0" y="0"/>
                  </a:moveTo>
                  <a:lnTo>
                    <a:pt x="1370020" y="0"/>
                  </a:lnTo>
                  <a:lnTo>
                    <a:pt x="1370020" y="1146122"/>
                  </a:lnTo>
                  <a:lnTo>
                    <a:pt x="0" y="1146122"/>
                  </a:lnTo>
                  <a:close/>
                </a:path>
              </a:pathLst>
            </a:custGeom>
            <a:blipFill>
              <a:blip r:embed="rId4"/>
              <a:stretch>
                <a:fillRect l="0" t="-11112" r="0" b="-38306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028700" y="725365"/>
            <a:ext cx="11059711" cy="10290139"/>
          </a:xfrm>
          <a:custGeom>
            <a:avLst/>
            <a:gdLst/>
            <a:ahLst/>
            <a:cxnLst/>
            <a:rect r="r" b="b" t="t" l="l"/>
            <a:pathLst>
              <a:path h="10290139" w="11059711">
                <a:moveTo>
                  <a:pt x="11059711" y="0"/>
                </a:moveTo>
                <a:lnTo>
                  <a:pt x="0" y="0"/>
                </a:lnTo>
                <a:lnTo>
                  <a:pt x="0" y="10290139"/>
                </a:lnTo>
                <a:lnTo>
                  <a:pt x="11059711" y="10290139"/>
                </a:lnTo>
                <a:lnTo>
                  <a:pt x="110597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81200" y="1813391"/>
            <a:ext cx="1217390" cy="12173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385182" y="2217373"/>
            <a:ext cx="409426" cy="409426"/>
          </a:xfrm>
          <a:custGeom>
            <a:avLst/>
            <a:gdLst/>
            <a:ahLst/>
            <a:cxnLst/>
            <a:rect r="r" b="b" t="t" l="l"/>
            <a:pathLst>
              <a:path h="409426" w="409426">
                <a:moveTo>
                  <a:pt x="0" y="0"/>
                </a:moveTo>
                <a:lnTo>
                  <a:pt x="409426" y="0"/>
                </a:lnTo>
                <a:lnTo>
                  <a:pt x="409426" y="409425"/>
                </a:lnTo>
                <a:lnTo>
                  <a:pt x="0" y="409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85182" y="5002037"/>
            <a:ext cx="8942739" cy="14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5401" spc="-216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AUGMENTED</a:t>
            </a:r>
          </a:p>
          <a:p>
            <a:pPr algn="l">
              <a:lnSpc>
                <a:spcPts val="5401"/>
              </a:lnSpc>
            </a:pPr>
            <a:r>
              <a:rPr lang="en-US" sz="5401" spc="-216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REALITY </a:t>
            </a:r>
            <a:r>
              <a:rPr lang="en-US" sz="5401" spc="-216">
                <a:solidFill>
                  <a:srgbClr val="0380DF"/>
                </a:solidFill>
                <a:latin typeface="Horizon"/>
                <a:ea typeface="Horizon"/>
                <a:cs typeface="Horizon"/>
                <a:sym typeface="Horizon"/>
              </a:rPr>
              <a:t>ALBUM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10703" y="6611544"/>
            <a:ext cx="6919490" cy="206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5"/>
              </a:lnSpc>
            </a:pPr>
            <a:r>
              <a:rPr lang="en-US" sz="299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Scan physical cards to unlock digital versions, collect legendary stickers, and even view 3D stadiums on their table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993599" y="2733564"/>
            <a:ext cx="4752243" cy="9403129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952" r="0" b="-95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00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18447" y="-126415"/>
            <a:ext cx="9258300" cy="9258300"/>
          </a:xfrm>
          <a:custGeom>
            <a:avLst/>
            <a:gdLst/>
            <a:ahLst/>
            <a:cxnLst/>
            <a:rect r="r" b="b" t="t" l="l"/>
            <a:pathLst>
              <a:path h="9258300" w="9258300">
                <a:moveTo>
                  <a:pt x="0" y="0"/>
                </a:moveTo>
                <a:lnTo>
                  <a:pt x="9258300" y="0"/>
                </a:lnTo>
                <a:lnTo>
                  <a:pt x="92583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39853" y="0"/>
            <a:ext cx="12614361" cy="10552831"/>
            <a:chOff x="0" y="0"/>
            <a:chExt cx="1370020" cy="11461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70020" cy="1146122"/>
            </a:xfrm>
            <a:custGeom>
              <a:avLst/>
              <a:gdLst/>
              <a:ahLst/>
              <a:cxnLst/>
              <a:rect r="r" b="b" t="t" l="l"/>
              <a:pathLst>
                <a:path h="1146122" w="1370020">
                  <a:moveTo>
                    <a:pt x="0" y="0"/>
                  </a:moveTo>
                  <a:lnTo>
                    <a:pt x="1370020" y="0"/>
                  </a:lnTo>
                  <a:lnTo>
                    <a:pt x="1370020" y="1146122"/>
                  </a:lnTo>
                  <a:lnTo>
                    <a:pt x="0" y="1146122"/>
                  </a:lnTo>
                  <a:close/>
                </a:path>
              </a:pathLst>
            </a:custGeom>
            <a:blipFill>
              <a:blip r:embed="rId4"/>
              <a:stretch>
                <a:fillRect l="0" t="-24709" r="0" b="-24709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1028700" y="725365"/>
            <a:ext cx="11059711" cy="10290139"/>
          </a:xfrm>
          <a:custGeom>
            <a:avLst/>
            <a:gdLst/>
            <a:ahLst/>
            <a:cxnLst/>
            <a:rect r="r" b="b" t="t" l="l"/>
            <a:pathLst>
              <a:path h="10290139" w="11059711">
                <a:moveTo>
                  <a:pt x="11059711" y="0"/>
                </a:moveTo>
                <a:lnTo>
                  <a:pt x="0" y="0"/>
                </a:lnTo>
                <a:lnTo>
                  <a:pt x="0" y="10290139"/>
                </a:lnTo>
                <a:lnTo>
                  <a:pt x="11059711" y="10290139"/>
                </a:lnTo>
                <a:lnTo>
                  <a:pt x="1105971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981200" y="1813391"/>
            <a:ext cx="1217390" cy="12173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20212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385182" y="2217373"/>
            <a:ext cx="409426" cy="409426"/>
          </a:xfrm>
          <a:custGeom>
            <a:avLst/>
            <a:gdLst/>
            <a:ahLst/>
            <a:cxnLst/>
            <a:rect r="r" b="b" t="t" l="l"/>
            <a:pathLst>
              <a:path h="409426" w="409426">
                <a:moveTo>
                  <a:pt x="0" y="0"/>
                </a:moveTo>
                <a:lnTo>
                  <a:pt x="409426" y="0"/>
                </a:lnTo>
                <a:lnTo>
                  <a:pt x="409426" y="409425"/>
                </a:lnTo>
                <a:lnTo>
                  <a:pt x="0" y="4094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1993599" y="2733564"/>
            <a:ext cx="4752243" cy="9403129"/>
            <a:chOff x="0" y="0"/>
            <a:chExt cx="2620010" cy="5184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952" r="0" b="-952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85182" y="5002037"/>
            <a:ext cx="8942739" cy="1470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1"/>
              </a:lnSpc>
            </a:pPr>
            <a:r>
              <a:rPr lang="en-US" sz="5401" spc="-216">
                <a:solidFill>
                  <a:srgbClr val="D60004"/>
                </a:solidFill>
                <a:latin typeface="Horizon"/>
                <a:ea typeface="Horizon"/>
                <a:cs typeface="Horizon"/>
                <a:sym typeface="Horizon"/>
              </a:rPr>
              <a:t>PANINI </a:t>
            </a:r>
            <a:r>
              <a:rPr lang="en-US" sz="5401" spc="-216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ALBUM </a:t>
            </a:r>
          </a:p>
          <a:p>
            <a:pPr algn="l">
              <a:lnSpc>
                <a:spcPts val="5401"/>
              </a:lnSpc>
            </a:pPr>
            <a:r>
              <a:rPr lang="en-US" sz="5401" spc="-216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IS </a:t>
            </a:r>
            <a:r>
              <a:rPr lang="en-US" sz="5401" spc="-216">
                <a:solidFill>
                  <a:srgbClr val="D60004"/>
                </a:solidFill>
                <a:latin typeface="Horizon"/>
                <a:ea typeface="Horizon"/>
                <a:cs typeface="Horizon"/>
                <a:sym typeface="Horizon"/>
              </a:rPr>
              <a:t>BACK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10703" y="6611544"/>
            <a:ext cx="6919490" cy="2067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5"/>
              </a:lnSpc>
            </a:pPr>
            <a:r>
              <a:rPr lang="en-US" sz="299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Scan physical cards to unlock digital versions, collect legendary stickers, and even view 3D stadiums on their table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30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00906" y="3122651"/>
            <a:ext cx="5393755" cy="5299364"/>
          </a:xfrm>
          <a:custGeom>
            <a:avLst/>
            <a:gdLst/>
            <a:ahLst/>
            <a:cxnLst/>
            <a:rect r="r" b="b" t="t" l="l"/>
            <a:pathLst>
              <a:path h="5299364" w="5393755">
                <a:moveTo>
                  <a:pt x="0" y="0"/>
                </a:moveTo>
                <a:lnTo>
                  <a:pt x="5393754" y="0"/>
                </a:lnTo>
                <a:lnTo>
                  <a:pt x="5393754" y="5299364"/>
                </a:lnTo>
                <a:lnTo>
                  <a:pt x="0" y="5299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25416" y="-56075"/>
            <a:ext cx="4418942" cy="4418942"/>
          </a:xfrm>
          <a:custGeom>
            <a:avLst/>
            <a:gdLst/>
            <a:ahLst/>
            <a:cxnLst/>
            <a:rect r="r" b="b" t="t" l="l"/>
            <a:pathLst>
              <a:path h="4418942" w="4418942">
                <a:moveTo>
                  <a:pt x="0" y="0"/>
                </a:moveTo>
                <a:lnTo>
                  <a:pt x="4418942" y="0"/>
                </a:lnTo>
                <a:lnTo>
                  <a:pt x="4418942" y="4418942"/>
                </a:lnTo>
                <a:lnTo>
                  <a:pt x="0" y="44189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03527" y="-56075"/>
            <a:ext cx="4418942" cy="4418942"/>
          </a:xfrm>
          <a:custGeom>
            <a:avLst/>
            <a:gdLst/>
            <a:ahLst/>
            <a:cxnLst/>
            <a:rect r="r" b="b" t="t" l="l"/>
            <a:pathLst>
              <a:path h="4418942" w="4418942">
                <a:moveTo>
                  <a:pt x="0" y="0"/>
                </a:moveTo>
                <a:lnTo>
                  <a:pt x="4418942" y="0"/>
                </a:lnTo>
                <a:lnTo>
                  <a:pt x="4418942" y="4418942"/>
                </a:lnTo>
                <a:lnTo>
                  <a:pt x="0" y="4418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482398"/>
            <a:ext cx="7976096" cy="3948572"/>
            <a:chOff x="0" y="0"/>
            <a:chExt cx="2100700" cy="10399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0700" cy="1039953"/>
            </a:xfrm>
            <a:custGeom>
              <a:avLst/>
              <a:gdLst/>
              <a:ahLst/>
              <a:cxnLst/>
              <a:rect r="r" b="b" t="t" l="l"/>
              <a:pathLst>
                <a:path h="1039953" w="2100700">
                  <a:moveTo>
                    <a:pt x="0" y="0"/>
                  </a:moveTo>
                  <a:lnTo>
                    <a:pt x="2100700" y="0"/>
                  </a:lnTo>
                  <a:lnTo>
                    <a:pt x="2100700" y="1039953"/>
                  </a:lnTo>
                  <a:lnTo>
                    <a:pt x="0" y="103995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00700" cy="1087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4136874" y="5089607"/>
            <a:ext cx="1759748" cy="682726"/>
            <a:chOff x="0" y="0"/>
            <a:chExt cx="812800" cy="3153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15340"/>
            </a:xfrm>
            <a:custGeom>
              <a:avLst/>
              <a:gdLst/>
              <a:ahLst/>
              <a:cxnLst/>
              <a:rect r="r" b="b" t="t" l="l"/>
              <a:pathLst>
                <a:path h="315340" w="812800">
                  <a:moveTo>
                    <a:pt x="406400" y="0"/>
                  </a:moveTo>
                  <a:lnTo>
                    <a:pt x="812800" y="315340"/>
                  </a:lnTo>
                  <a:lnTo>
                    <a:pt x="0" y="31534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98783"/>
              <a:ext cx="558800" cy="194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16083" y="2407664"/>
            <a:ext cx="6601329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Our inte</a:t>
            </a:r>
            <a:r>
              <a:rPr lang="en-US" sz="29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grated social network allows fans to share discoveries, trade stickers, and connect with others in the same city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2931" y="5821873"/>
            <a:ext cx="8301069" cy="354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sz="8970" spc="-358">
                <a:solidFill>
                  <a:srgbClr val="B1E804"/>
                </a:solidFill>
                <a:latin typeface="Horizon"/>
                <a:ea typeface="Horizon"/>
                <a:cs typeface="Horizon"/>
                <a:sym typeface="Horizon"/>
              </a:rPr>
              <a:t>CONNECT</a:t>
            </a:r>
            <a:r>
              <a:rPr lang="en-US" sz="8970" spc="-35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</a:t>
            </a:r>
          </a:p>
          <a:p>
            <a:pPr algn="l">
              <a:lnSpc>
                <a:spcPts val="8970"/>
              </a:lnSpc>
            </a:pPr>
            <a:r>
              <a:rPr lang="en-US" sz="8970" spc="-358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SHARE</a:t>
            </a:r>
            <a:r>
              <a:rPr lang="en-US" sz="8970" spc="-358">
                <a:solidFill>
                  <a:srgbClr val="B1E804"/>
                </a:solidFill>
                <a:latin typeface="Horizon"/>
                <a:ea typeface="Horizon"/>
                <a:cs typeface="Horizon"/>
                <a:sym typeface="Horizon"/>
              </a:rPr>
              <a:t> ,</a:t>
            </a:r>
          </a:p>
          <a:p>
            <a:pPr algn="l">
              <a:lnSpc>
                <a:spcPts val="8970"/>
              </a:lnSpc>
            </a:pPr>
            <a:r>
              <a:rPr lang="en-US" sz="8970" spc="-358">
                <a:solidFill>
                  <a:srgbClr val="B1E804"/>
                </a:solidFill>
                <a:latin typeface="Horizon"/>
                <a:ea typeface="Horizon"/>
                <a:cs typeface="Horizon"/>
                <a:sym typeface="Horizon"/>
              </a:rPr>
              <a:t>ENJOY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1305492" y="813594"/>
            <a:ext cx="5542593" cy="10966972"/>
            <a:chOff x="0" y="0"/>
            <a:chExt cx="2620010" cy="51841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25894" t="-15041" r="-25336" b="-16778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924" y="330339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9" y="0"/>
                </a:lnTo>
                <a:lnTo>
                  <a:pt x="1130125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56549" y="5382719"/>
            <a:ext cx="7931451" cy="4904281"/>
          </a:xfrm>
          <a:custGeom>
            <a:avLst/>
            <a:gdLst/>
            <a:ahLst/>
            <a:cxnLst/>
            <a:rect r="r" b="b" t="t" l="l"/>
            <a:pathLst>
              <a:path h="4904281" w="7931451">
                <a:moveTo>
                  <a:pt x="0" y="0"/>
                </a:moveTo>
                <a:lnTo>
                  <a:pt x="7931451" y="0"/>
                </a:lnTo>
                <a:lnTo>
                  <a:pt x="7931451" y="4904281"/>
                </a:lnTo>
                <a:lnTo>
                  <a:pt x="0" y="4904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048645"/>
            <a:chOff x="0" y="0"/>
            <a:chExt cx="24384000" cy="806486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9371" r="0" b="21829"/>
            <a:stretch>
              <a:fillRect/>
            </a:stretch>
          </p:blipFill>
          <p:spPr>
            <a:xfrm flipH="false" flipV="false">
              <a:off x="0" y="0"/>
              <a:ext cx="24384000" cy="806486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true" rot="0">
            <a:off x="16971328" y="1028700"/>
            <a:ext cx="287972" cy="287972"/>
          </a:xfrm>
          <a:custGeom>
            <a:avLst/>
            <a:gdLst/>
            <a:ahLst/>
            <a:cxnLst/>
            <a:rect r="r" b="b" t="t" l="l"/>
            <a:pathLst>
              <a:path h="287972" w="287972">
                <a:moveTo>
                  <a:pt x="0" y="287972"/>
                </a:moveTo>
                <a:lnTo>
                  <a:pt x="287972" y="287972"/>
                </a:lnTo>
                <a:lnTo>
                  <a:pt x="287972" y="0"/>
                </a:lnTo>
                <a:lnTo>
                  <a:pt x="0" y="0"/>
                </a:lnTo>
                <a:lnTo>
                  <a:pt x="0" y="2879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712768"/>
            <a:ext cx="10781667" cy="293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700" spc="-114">
                <a:solidFill>
                  <a:srgbClr val="6303E8"/>
                </a:solidFill>
                <a:latin typeface="Monument Bold"/>
                <a:ea typeface="Monument Bold"/>
                <a:cs typeface="Monument Bold"/>
                <a:sym typeface="Monument Bold"/>
              </a:rPr>
              <a:t>ATENEA</a:t>
            </a:r>
            <a:r>
              <a:rPr lang="en-US" sz="5700" spc="-114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: TU SAB</a:t>
            </a:r>
            <a:r>
              <a:rPr lang="en-US" sz="5700" spc="-114" strike="noStrike" u="none">
                <a:solidFill>
                  <a:srgbClr val="140E0C"/>
                </a:solidFill>
                <a:latin typeface="Monument Bold"/>
                <a:ea typeface="Monument Bold"/>
                <a:cs typeface="Monument Bold"/>
                <a:sym typeface="Monument Bold"/>
              </a:rPr>
              <a:t>IDURÍA PARA EL MUNDIAL 2026</a:t>
            </a:r>
          </a:p>
          <a:p>
            <a:pPr algn="l" marL="0" indent="0" lvl="1">
              <a:lnSpc>
                <a:spcPts val="57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437929" y="7411459"/>
            <a:ext cx="6295428" cy="138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6"/>
              </a:lnSpc>
              <a:spcBef>
                <a:spcPct val="0"/>
              </a:spcBef>
            </a:pPr>
            <a:r>
              <a:rPr lang="en-US" sz="1851">
                <a:solidFill>
                  <a:srgbClr val="6303E8"/>
                </a:solidFill>
                <a:latin typeface="Open Sauce"/>
                <a:ea typeface="Open Sauce"/>
                <a:cs typeface="Open Sauce"/>
                <a:sym typeface="Open Sauce"/>
              </a:rPr>
              <a:t>Wh</a:t>
            </a:r>
            <a:r>
              <a:rPr lang="en-US" sz="1851" strike="noStrike">
                <a:solidFill>
                  <a:srgbClr val="6303E8"/>
                </a:solidFill>
                <a:latin typeface="Open Sauce"/>
                <a:ea typeface="Open Sauce"/>
                <a:cs typeface="Open Sauce"/>
                <a:sym typeface="Open Sauce"/>
              </a:rPr>
              <a:t>ile other map apps lack the soul of a true fan, sticker apps won’t get you to the stadium, and social networks don’t understand what an offside is… Atenea brings it all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DAG1Vt0R2Jc</dc:identifier>
  <dcterms:modified xsi:type="dcterms:W3CDTF">2011-08-01T06:04:30Z</dcterms:modified>
  <cp:revision>1</cp:revision>
  <dc:title>Yellow and White Modern Creative Agency Pitch Deck Presentation</dc:title>
</cp:coreProperties>
</file>